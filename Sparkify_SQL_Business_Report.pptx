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66DA"/>
                </a:solidFill>
                <a:latin typeface="Aptos"/>
              </a:defRPr>
            </a:pPr>
            <a:r>
              <a:t>SPARKIFY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4223A"/>
                </a:solidFill>
                <a:latin typeface="Aptos"/>
              </a:defRPr>
            </a:pPr>
            <a:r>
              <a:t>Music Streaming</a:t>
            </a:r>
            <a:br/>
            <a:r>
              <a:t>SQL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777"/>
                </a:solidFill>
                <a:latin typeface="Aptos"/>
              </a:defRPr>
            </a:pPr>
            <a:r>
              <a:t>Business Report | MySQL 8.0+ | 28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04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898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23A"/>
                </a:solidFill>
                <a:latin typeface="Aptos"/>
              </a:defRPr>
            </a:pPr>
            <a:r>
              <a:t>8,056 events • 79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777"/>
                </a:solidFill>
                <a:latin typeface="Aptos"/>
              </a:defRPr>
            </a:pPr>
            <a:r>
              <a:t>SQL • JOINs • CTEs • Window Functions • Subqueries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4223A"/>
                </a:solidFill>
                <a:latin typeface="Aptos"/>
              </a:defRPr>
            </a:pPr>
            <a:r>
              <a:t>Aryan Choudhary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Purpose, data and analytical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223A"/>
                </a:solidFill>
                <a:latin typeface="Aptos"/>
              </a:defRPr>
            </a:pPr>
            <a:r>
              <a:t>Analyze listening behavior, content popularity, user engagement and subscription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223A"/>
                </a:solidFill>
                <a:latin typeface="Aptos"/>
              </a:defRPr>
            </a:pPr>
            <a:r>
              <a:t>events = user activity; songs = catalog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223A"/>
                </a:solidFill>
                <a:latin typeface="Aptos"/>
              </a:defRPr>
            </a:pPr>
            <a:r>
              <a:t>JOINs, GROUP BY/HAVING, CTEs, subqueries and window functions.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4223A"/>
                </a:solidFill>
                <a:latin typeface="Aptos"/>
              </a:defRPr>
            </a:pPr>
            <a:r>
              <a:t>Turn raw streaming events into content, audience and time-based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Q1. Join events with songs and calculate total song plays for every artist.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s.artist_name,</a:t>
            </a:r>
            <a:br/>
            <a:r>
              <a:t>    COUNT(*) AS total_song_plays</a:t>
            </a:r>
            <a:br/>
            <a:r>
              <a:t>FROM events e</a:t>
            </a:r>
            <a:br/>
            <a:r>
              <a:t>JOIN songs s</a:t>
            </a:r>
            <a:br/>
            <a:r>
              <a:t>    ON e.artist = s.artist_name</a:t>
            </a:r>
            <a:br/>
            <a:r>
              <a:t>    AND e.song = s.title</a:t>
            </a:r>
            <a:br/>
            <a:r>
              <a:t>WHERE e.page = 'NextSong'</a:t>
            </a:r>
            <a:br/>
            <a:r>
              <a:t>GROUP BY s.artist_name</a:t>
            </a:r>
            <a:br/>
            <a:r>
              <a:t>ORDER BY total_song_plays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Counts played events by artist after joining to the song catalog; useful for identifying the strongest content creators.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Q2. Join events with songs and find the top 10 songs by number of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s.title,</a:t>
            </a:r>
            <a:br/>
            <a:r>
              <a:t>    s.artist_name,</a:t>
            </a:r>
            <a:br/>
            <a:r>
              <a:t>    COUNT(*) AS total_plays</a:t>
            </a:r>
            <a:br/>
            <a:r>
              <a:t>FROM events e</a:t>
            </a:r>
            <a:br/>
            <a:r>
              <a:t>JOIN songs s</a:t>
            </a:r>
            <a:br/>
            <a:r>
              <a:t>    ON e.artist = s.artist_name</a:t>
            </a:r>
            <a:br/>
            <a:r>
              <a:t>    AND e.song = s.title</a:t>
            </a:r>
            <a:br/>
            <a:r>
              <a:t>WHERE e.page = 'NextSong'</a:t>
            </a:r>
            <a:br/>
            <a:r>
              <a:t>GROUP BY s.title, s.artist_name</a:t>
            </a:r>
            <a:br/>
            <a:r>
              <a:t>ORDER BY total_plays DESC</a:t>
            </a:r>
            <a:br/>
            <a:r>
              <a:t>LIMIT 10;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Setanta matins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Ranks songs by play volume and surfaces the top 10; useful for hit-content and recommendation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Q3. Find total listening time in minutes for every artist.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events.length is in seconds.</a:t>
            </a:r>
            <a:br/>
            <a:r>
              <a:t>   ================================================================ */</a:t>
            </a:r>
            <a:br/>
            <a:r>
              <a:t>SELECT</a:t>
            </a:r>
            <a:br/>
            <a:r>
              <a:t>    s.artist_name,</a:t>
            </a:r>
            <a:br/>
            <a:r>
              <a:t>    SUM(e.length) / 60 AS total_listening_minutes</a:t>
            </a:r>
            <a:br/>
            <a:r>
              <a:t>FROM events e</a:t>
            </a:r>
            <a:br/>
            <a:r>
              <a:t>JOIN songs s</a:t>
            </a:r>
            <a:br/>
            <a:r>
              <a:t>    ON e.artist = s.artist_name</a:t>
            </a:r>
            <a:br/>
            <a:r>
              <a:t>    AND e.song = s.title</a:t>
            </a:r>
            <a:br/>
            <a:r>
              <a:t>WHERE e.page = 'NextSong'</a:t>
            </a:r>
            <a:br/>
            <a:r>
              <a:t>GROUP BY s.artist_name</a:t>
            </a:r>
            <a:br/>
            <a:r>
              <a:t>ORDER BY total_listening_minutes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minutes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4.49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Converts played-song duration from seconds to minutes by artist; measures depth of engagement beyond simple play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Q4. Find users who listened to at least one song released after 2010.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 DISTINCT</a:t>
            </a:r>
            <a:br/>
            <a:r>
              <a:t>    e.userId</a:t>
            </a:r>
            <a:br/>
            <a:r>
              <a:t>FROM events e</a:t>
            </a:r>
            <a:br/>
            <a:r>
              <a:t>JOIN songs s</a:t>
            </a:r>
            <a:br/>
            <a:r>
              <a:t>    ON e.artist = s.artist_name</a:t>
            </a:r>
            <a:br/>
            <a:r>
              <a:t>    AND e.song = s.title</a:t>
            </a:r>
            <a:br/>
            <a:r>
              <a:t>WHERE e.page = 'NextSong'</a:t>
            </a:r>
            <a:br/>
            <a:r>
              <a:t>  AND s.year &gt; 2010;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040"/>
              </a:tblGrid>
              <a:tr h="1600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0 of 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Finds unique users who engaged with post-2010 releases; helps assess reach of newer catalog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Q5. Compare paid and free users by number of song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e.level,</a:t>
            </a:r>
            <a:br/>
            <a:r>
              <a:t>    COUNT(*) AS total_song_plays</a:t>
            </a:r>
            <a:br/>
            <a:r>
              <a:t>FROM events e</a:t>
            </a:r>
            <a:br/>
            <a:r>
              <a:t>WHERE e.page = 'NextSong'</a:t>
            </a:r>
            <a:br/>
            <a:r>
              <a:t>GROUP BY e.level</a:t>
            </a:r>
            <a:br/>
            <a:r>
              <a:t>ORDER BY total_song_plays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533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5,591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1,229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2 of 2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play volume across free and paid tiers; provides a simple view of engagement by subscription.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Q6. Find the most popular song for every subscription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song_plays AS (</a:t>
            </a:r>
            <a:br/>
            <a:r>
              <a:t>    SELECT</a:t>
            </a:r>
            <a:br/>
            <a:r>
              <a:t>        e.level,</a:t>
            </a:r>
            <a:br/>
            <a:r>
              <a:t>        s.title,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e.level, s.title, s.artist_name</a:t>
            </a:r>
            <a:br/>
            <a:r>
              <a:t>),</a:t>
            </a:r>
            <a:br/>
            <a:r>
              <a:t>ranked AS (</a:t>
            </a:r>
            <a:br/>
            <a:r>
              <a:t>    SELECT</a:t>
            </a:r>
            <a:br/>
            <a:r>
              <a:t>        ROW_NUMBER() OVER (</a:t>
            </a:r>
            <a:br/>
            <a:r>
              <a:t>            PARTITION BY level</a:t>
            </a:r>
            <a:br/>
            <a:r>
              <a:t>            ORDER BY total_plays DESC</a:t>
            </a:r>
            <a:br/>
            <a:r>
              <a:t>        ) AS rn</a:t>
            </a:r>
            <a:br/>
            <a:r>
              <a:t>    FROM song_plays</a:t>
            </a:r>
            <a:br/>
            <a:r>
              <a:t>)</a:t>
            </a:r>
            <a:br/>
            <a:r>
              <a:t>SELECT</a:t>
            </a:r>
            <a:br/>
            <a:r>
              <a:t>    level,</a:t>
            </a:r>
            <a:br/>
            <a:r>
              <a:t>    title,</a:t>
            </a:r>
            <a:br/>
            <a:r>
              <a:t>    artist_name,</a:t>
            </a:r>
            <a:br/>
            <a:r>
              <a:t>    total_plays</a:t>
            </a:r>
            <a:br/>
            <a:r>
              <a:t>FROM ranked</a:t>
            </a:r>
            <a:br/>
            <a:r>
              <a:t>WHERE rn = 1;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Setanta matins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Finds the #1 song separately for each tier; supports tier-specific content and personalization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Q7. Rank artists by total song plays using RANK().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artist_plays AS (</a:t>
            </a:r>
            <a:br/>
            <a:r>
              <a:t>    SELECT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s.artist_name</a:t>
            </a:r>
            <a:br/>
            <a:r>
              <a:t>)</a:t>
            </a:r>
            <a:br/>
            <a:r>
              <a:t>SELECT</a:t>
            </a:r>
            <a:br/>
            <a:r>
              <a:t>    artist_name,</a:t>
            </a:r>
            <a:br/>
            <a:r>
              <a:t>    total_plays,</a:t>
            </a:r>
            <a:br/>
            <a:r>
              <a:t>    RANK() OVER (</a:t>
            </a:r>
            <a:br/>
            <a:r>
              <a:t>        ORDER BY total_plays DESC</a:t>
            </a:r>
            <a:br/>
            <a:r>
              <a:t>    ) AS artist_rank</a:t>
            </a:r>
            <a:br/>
            <a:r>
              <a:t>FROM artist_plays</a:t>
            </a:r>
            <a:br/>
            <a:r>
              <a:t>ORDER BY artist_rank, artist_name;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Creates an artist leaderboard using RANK while preserving ties; useful for performance benchmarking.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Q8. Rank songs within each subscription level using DENSE_RANK().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song_plays AS (</a:t>
            </a:r>
            <a:br/>
            <a:r>
              <a:t>    SELECT</a:t>
            </a:r>
            <a:br/>
            <a:r>
              <a:t>        e.level,</a:t>
            </a:r>
            <a:br/>
            <a:r>
              <a:t>        s.title,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e.level, s.title, s.artist_name</a:t>
            </a:r>
            <a:br/>
            <a:r>
              <a:t>)</a:t>
            </a:r>
            <a:br/>
            <a:r>
              <a:t>SELECT</a:t>
            </a:r>
            <a:br/>
            <a:r>
              <a:t>    level,</a:t>
            </a:r>
            <a:br/>
            <a:r>
              <a:t>    title,</a:t>
            </a:r>
            <a:br/>
            <a:r>
              <a:t>    artist_name,</a:t>
            </a:r>
            <a:br/>
            <a:r>
              <a:t>    total_plays,</a:t>
            </a:r>
            <a:br/>
            <a:r>
              <a:t>    DENSE_RANK() OVER (</a:t>
            </a:r>
            <a:br/>
            <a:r>
              <a:t>        PARTITION BY level</a:t>
            </a:r>
            <a:br/>
            <a:r>
              <a:t>        ORDER BY total_plays DESC</a:t>
            </a:r>
            <a:br/>
            <a:r>
              <a:t>    ) AS song_rank</a:t>
            </a:r>
            <a:br/>
            <a:r>
              <a:t>FROM song_plays</a:t>
            </a:r>
            <a:br/>
            <a:r>
              <a:t>ORDER BY level, song_rank;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8001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Setanta matins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Ranks songs within each tier using DENSE_RANK; ties share a rank without gaps.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Q9. Find the top 3 artists by plays in each subscription level using ROW_NUMBER().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artist_plays AS (</a:t>
            </a:r>
            <a:br/>
            <a:r>
              <a:t>    SELECT</a:t>
            </a:r>
            <a:br/>
            <a:r>
              <a:t>        e.level,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e.level, s.artist_name</a:t>
            </a:r>
            <a:br/>
            <a:r>
              <a:t>),</a:t>
            </a:r>
            <a:br/>
            <a:r>
              <a:t>ranked AS (</a:t>
            </a:r>
            <a:br/>
            <a:r>
              <a:t>    SELECT</a:t>
            </a:r>
            <a:br/>
            <a:r>
              <a:t>        ROW_NUMBER() OVER (</a:t>
            </a:r>
            <a:br/>
            <a:r>
              <a:t>            PARTITION BY level</a:t>
            </a:r>
            <a:br/>
            <a:r>
              <a:t>            ORDER BY total_plays DESC</a:t>
            </a:r>
            <a:br/>
            <a:r>
              <a:t>        ) AS rn</a:t>
            </a:r>
            <a:br/>
            <a:r>
              <a:t>    FROM artist_plays</a:t>
            </a:r>
            <a:br/>
            <a:r>
              <a:t>)</a:t>
            </a:r>
            <a:br/>
            <a:r>
              <a:t>SELECT</a:t>
            </a:r>
            <a:br/>
            <a:r>
              <a:t>    level,</a:t>
            </a:r>
            <a:br/>
            <a:r>
              <a:t>    artist_name,</a:t>
            </a:r>
            <a:br/>
            <a:r>
              <a:t>    total_plays,</a:t>
            </a:r>
            <a:br/>
            <a:r>
              <a:t>    rn AS artist_rank</a:t>
            </a:r>
            <a:br/>
            <a:r>
              <a:t>FROM ranked</a:t>
            </a:r>
            <a:br/>
            <a:r>
              <a:t>WHERE rn &lt;= 3</a:t>
            </a:r>
            <a:br/>
            <a:r>
              <a:t>ORDER BY level, artist_rank;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Returns the top three artists in every tier; useful for comparing content preferences across subscription groups.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Q10. For every user, number their song-play events chronologically using ROW_NUMBER().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ts,</a:t>
            </a:r>
            <a:br/>
            <a:r>
              <a:t>    artist,</a:t>
            </a:r>
            <a:br/>
            <a:r>
              <a:t>    song,</a:t>
            </a:r>
            <a:br/>
            <a:r>
              <a:t>    ROW_NUMBER() OVER (</a:t>
            </a:r>
            <a:br/>
            <a:r>
              <a:t>        PARTITION BY userId</a:t>
            </a:r>
            <a:br/>
            <a:r>
              <a:t>        ORDER BY ts</a:t>
            </a:r>
            <a:br/>
            <a:r>
              <a:t>    ) AS play_number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ORDER BY userId, play_number;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timestamp_ms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play_no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Dim Chris_ Thomas Gold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Self Control (Laurent Wolf &amp; Ant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Lupe Fiasco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Hurt Me Soul (Explicit Album Ver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Jay-Jay Johanson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Tell Me When The Party's Over/Pr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Martine McCutcheon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The Lady Is A Tramp (From 'Babes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J. Geils Band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Love Stinks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Shakira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Pienso En Ti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6,820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Numbers each user's plays chronologically; creates a sequence for behavioral and session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Q11. Use LAG() to calculate the time in minutes between consecutive song plays for each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ts is Unix timestamp in milliseconds.</a:t>
            </a:r>
            <a:br/>
            <a:r>
              <a:t>   ================================================================ */</a:t>
            </a:r>
            <a:br/>
            <a:r>
              <a:t>WITH previous_plays AS (</a:t>
            </a:r>
            <a:br/>
            <a:r>
              <a:t>    SELECT</a:t>
            </a:r>
            <a:br/>
            <a:r>
              <a:t>        userId,</a:t>
            </a:r>
            <a:br/>
            <a:r>
              <a:t>        ts,</a:t>
            </a:r>
            <a:br/>
            <a:r>
              <a:t>        artist,</a:t>
            </a:r>
            <a:br/>
            <a:r>
              <a:t>        song,</a:t>
            </a:r>
            <a:br/>
            <a:r>
              <a:t>        LAG(ts) OVER (</a:t>
            </a:r>
            <a:br/>
            <a:r>
              <a:t>            PARTITION BY userId</a:t>
            </a:r>
            <a:br/>
            <a:r>
              <a:t>            ORDER BY ts</a:t>
            </a:r>
            <a:br/>
            <a:r>
              <a:t>        ) AS previous_ts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)</a:t>
            </a:r>
            <a:br/>
            <a:r>
              <a:t>SELECT</a:t>
            </a:r>
            <a:br/>
            <a:r>
              <a:t>    userId,</a:t>
            </a:r>
            <a:br/>
            <a:r>
              <a:t>    artist,</a:t>
            </a:r>
            <a:br/>
            <a:r>
              <a:t>    song,</a:t>
            </a:r>
            <a:br/>
            <a:r>
              <a:t>    ts,</a:t>
            </a:r>
            <a:br/>
            <a:r>
              <a:t>    previous_ts,</a:t>
            </a:r>
            <a:br/>
            <a:r>
              <a:t>    (ts - previous_ts) / 1000 / 60 AS minutes_since_previous_play</a:t>
            </a:r>
            <a:br/>
            <a:r>
              <a:t>FROM previous_plays</a:t>
            </a:r>
            <a:br/>
            <a:r>
              <a:t>ORDER BY userId, ts;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timestamp_ms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gap_min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Dim Chris_ Thomas Gold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Self Control (Laurent Wolf &amp; Ant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NULL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Lupe Fiasco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Hurt Me Soul (Explicit Album Ver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Jay-Jay Johanson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Tell Me When The Party's Over/Pr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Martine McCutcheon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The Lady Is A Tramp (From 'Babes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J. Geils Band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Love Stinks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Shakira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Pienso En Ti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6,820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LAG retrieves the previous play timestamp; the gap in minutes approximates time between consecutive plays.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Q12. Calculate cumulative listening time for every user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ts,</a:t>
            </a:r>
            <a:br/>
            <a:r>
              <a:t>    artist,</a:t>
            </a:r>
            <a:br/>
            <a:r>
              <a:t>    song,</a:t>
            </a:r>
            <a:br/>
            <a:r>
              <a:t>    length,</a:t>
            </a:r>
            <a:br/>
            <a:r>
              <a:t>    SUM(length) OVER (</a:t>
            </a:r>
            <a:br/>
            <a:r>
              <a:t>        PARTITION BY userId</a:t>
            </a:r>
            <a:br/>
            <a:r>
              <a:t>        ORDER BY ts</a:t>
            </a:r>
            <a:br/>
            <a:r>
              <a:t>        ROWS BETWEEN UNBOUNDED PRECEDING AND CURRENT ROW</a:t>
            </a:r>
            <a:br/>
            <a:r>
              <a:t>    ) / 60 AS cumulative_listening_minutes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ORDER BY userId, ts;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timestamp_ms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length_sec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cum_min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Self Control (Laurent Wolf &amp; Ant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504.61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8.41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Hurt Me Soul (Explicit Album Ver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262.90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12.79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Tell Me When The Party's Over/Pr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381.44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19.15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The Lady Is A Tramp (From 'Babes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185.05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22.23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Love Stinks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224.44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25.97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Pienso En Ti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148.19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28.44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6,820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Windowed SUM builds cumulative listening minutes for each user; shows how engagement accumulates over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Q13. Calculate each user's percentage contribution to total song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user_plays AS (</a:t>
            </a:r>
            <a:br/>
            <a:r>
              <a:t>    SELECT</a:t>
            </a:r>
            <a:br/>
            <a:r>
              <a:t>        userId,</a:t>
            </a:r>
            <a:br/>
            <a:r>
              <a:t>        COUNT(*) AS total_plays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userId</a:t>
            </a:r>
            <a:br/>
            <a:r>
              <a:t>)</a:t>
            </a:r>
            <a:br/>
            <a:r>
              <a:t>SELECT</a:t>
            </a:r>
            <a:br/>
            <a:r>
              <a:t>    userId,</a:t>
            </a:r>
            <a:br/>
            <a:r>
              <a:t>    total_plays,</a:t>
            </a:r>
            <a:br/>
            <a:r>
              <a:t>    ROUND(</a:t>
            </a:r>
            <a:br/>
            <a:r>
              <a:t>        total_plays * 100.0 /</a:t>
            </a:r>
            <a:br/>
            <a:r>
              <a:t>        SUM(total_plays) OVER (),</a:t>
            </a:r>
            <a:br/>
            <a:r>
              <a:t>        2</a:t>
            </a:r>
            <a:br/>
            <a:r>
              <a:t>    ) AS percentage_of_total_plays</a:t>
            </a:r>
            <a:br/>
            <a:r>
              <a:t>FROM user_plays</a:t>
            </a:r>
            <a:br/>
            <a:r>
              <a:t>ORDER BY percentage_of_total_plays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share_%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10.10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665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9.75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8.17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463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6.79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5.82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346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5.07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96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Calculates each user's share of total platform plays; highlights high-contribution listeners.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Q14. Find each user's most-played song using ROW_NUMBER().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song_plays AS (</a:t>
            </a:r>
            <a:br/>
            <a:r>
              <a:t>    SELECT</a:t>
            </a:r>
            <a:br/>
            <a:r>
              <a:t>        e.userId,</a:t>
            </a:r>
            <a:br/>
            <a:r>
              <a:t>        s.title,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e.userId, s.title, s.artist_name</a:t>
            </a:r>
            <a:br/>
            <a:r>
              <a:t>),</a:t>
            </a:r>
            <a:br/>
            <a:r>
              <a:t>ranked AS (</a:t>
            </a:r>
            <a:br/>
            <a:r>
              <a:t>    SELECT</a:t>
            </a:r>
            <a:br/>
            <a:r>
              <a:t>        ROW_NUMBER() OVER (</a:t>
            </a:r>
            <a:br/>
            <a:r>
              <a:t>            PARTITION BY userId</a:t>
            </a:r>
            <a:br/>
            <a:r>
              <a:t>            ORDER BY total_plays DESC</a:t>
            </a:r>
            <a:br/>
            <a:r>
              <a:t>        ) AS rn</a:t>
            </a:r>
            <a:br/>
            <a:r>
              <a:t>    FROM song_plays</a:t>
            </a:r>
            <a:br/>
            <a:r>
              <a:t>)</a:t>
            </a:r>
            <a:br/>
            <a:r>
              <a:t>SELECT</a:t>
            </a:r>
            <a:br/>
            <a:r>
              <a:t>    userId,</a:t>
            </a:r>
            <a:br/>
            <a:r>
              <a:t>    title,</a:t>
            </a:r>
            <a:br/>
            <a:r>
              <a:t>    artist_name,</a:t>
            </a:r>
            <a:br/>
            <a:r>
              <a:t>    total_plays</a:t>
            </a:r>
            <a:br/>
            <a:r>
              <a:t>FROM ranked</a:t>
            </a:r>
            <a:br/>
            <a:r>
              <a:t>WHERE rn = 1</a:t>
            </a:r>
            <a:br/>
            <a:r>
              <a:t>ORDER BY userId;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Setanta matins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Ranks each user's songs and keeps the most-played one; a foundation for personalized recommendations.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Q15. Find the most popular song for each song-release year using RANK().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song_plays AS (</a:t>
            </a:r>
            <a:br/>
            <a:r>
              <a:t>    SELECT</a:t>
            </a:r>
            <a:br/>
            <a:r>
              <a:t>        s.year,</a:t>
            </a:r>
            <a:br/>
            <a:r>
              <a:t>        s.title,</a:t>
            </a:r>
            <a:br/>
            <a:r>
              <a:t>        s.artist_name,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s.year, s.title, s.artist_name</a:t>
            </a:r>
            <a:br/>
            <a:r>
              <a:t>),</a:t>
            </a:r>
            <a:br/>
            <a:r>
              <a:t>ranked AS (</a:t>
            </a:r>
            <a:br/>
            <a:r>
              <a:t>    SELECT</a:t>
            </a:r>
            <a:br/>
            <a:r>
              <a:t>        RANK() OVER (</a:t>
            </a:r>
            <a:br/>
            <a:r>
              <a:t>            PARTITION BY year</a:t>
            </a:r>
            <a:br/>
            <a:r>
              <a:t>            ORDER BY total_plays DESC</a:t>
            </a:r>
            <a:br/>
            <a:r>
              <a:t>        ) AS song_rank</a:t>
            </a:r>
            <a:br/>
            <a:r>
              <a:t>    FROM song_plays</a:t>
            </a:r>
            <a:br/>
            <a:r>
              <a:t>)</a:t>
            </a:r>
            <a:br/>
            <a:r>
              <a:t>SELECT</a:t>
            </a:r>
            <a:br/>
            <a:r>
              <a:t>    year,</a:t>
            </a:r>
            <a:br/>
            <a:r>
              <a:t>    title,</a:t>
            </a:r>
            <a:br/>
            <a:r>
              <a:t>    artist_name,</a:t>
            </a:r>
            <a:br/>
            <a:r>
              <a:t>    total_plays,</a:t>
            </a:r>
            <a:br/>
            <a:r>
              <a:t>    song_rank</a:t>
            </a:r>
            <a:br/>
            <a:r>
              <a:t>FROM ranked</a:t>
            </a:r>
            <a:br/>
            <a:r>
              <a:t>WHERE song_rank = 1</a:t>
            </a:r>
            <a:br/>
            <a:r>
              <a:t>ORDER BY year;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8001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Setanta matins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Elena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Ranks songs within each release year; identifies the leading played track for every year represented.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Q16. For each user, compare current song length with previous song length using LAG().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ts,</a:t>
            </a:r>
            <a:br/>
            <a:r>
              <a:t>    song,</a:t>
            </a:r>
            <a:br/>
            <a:r>
              <a:t>    length AS current_song_length,</a:t>
            </a:r>
            <a:br/>
            <a:r>
              <a:t>    LAG(length) OVER (</a:t>
            </a:r>
            <a:br/>
            <a:r>
              <a:t>        PARTITION BY userId</a:t>
            </a:r>
            <a:br/>
            <a:r>
              <a:t>        ORDER BY ts</a:t>
            </a:r>
            <a:br/>
            <a:r>
              <a:t>    ) AS previous_song_length,</a:t>
            </a:r>
            <a:br/>
            <a:r>
              <a:t>    length - LAG(length) OVER (</a:t>
            </a:r>
            <a:br/>
            <a:r>
              <a:t>        PARTITION BY userId</a:t>
            </a:r>
            <a:br/>
            <a:r>
              <a:t>        ORDER BY ts</a:t>
            </a:r>
            <a:br/>
            <a:r>
              <a:t>    ) AS length_difference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ORDER BY userId, ts;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7"/>
                <a:gridCol w="978407"/>
                <a:gridCol w="978407"/>
                <a:gridCol w="978407"/>
                <a:gridCol w="978407"/>
              </a:tblGrid>
              <a:tr h="2286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prev_length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length_diff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timestamp_ms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Self Control (Laurent Wolf &amp; Ant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NULL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NULL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Hurt Me Soul (Explicit Album Ver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504.61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-241.71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Tell Me When The Party's Over/Pr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262.90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118.54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The Lady Is A Tramp (From 'Babes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381.44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-196.39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Love Stinks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185.05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39.39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Pienso En Ti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224.44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-76.25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1,541,520,000,000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6,820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current and previous song lengths per user; shows variation in the content consumed.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Q17. Using CTEs, classify users as Heavy, Regular, or Light listeners based on total song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Assumed thresholds:</a:t>
            </a:r>
            <a:br/>
            <a:r>
              <a:t>       Heavy   &gt;= 100</a:t>
            </a:r>
            <a:br/>
            <a:r>
              <a:t>       Regular &gt;= 50</a:t>
            </a:r>
            <a:br/>
            <a:r>
              <a:t>       Light   &lt; 50</a:t>
            </a:r>
            <a:br/>
            <a:r>
              <a:t>   ================================================================ */</a:t>
            </a:r>
            <a:br/>
            <a:r>
              <a:t>WITH user_plays AS (</a:t>
            </a:r>
            <a:br/>
            <a:r>
              <a:t>    SELECT</a:t>
            </a:r>
            <a:br/>
            <a:r>
              <a:t>        userId,</a:t>
            </a:r>
            <a:br/>
            <a:r>
              <a:t>        COUNT(*) AS total_plays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userId</a:t>
            </a:r>
            <a:br/>
            <a:r>
              <a:t>)</a:t>
            </a:r>
            <a:br/>
            <a:r>
              <a:t>SELECT</a:t>
            </a:r>
            <a:br/>
            <a:r>
              <a:t>    userId,</a:t>
            </a:r>
            <a:br/>
            <a:r>
              <a:t>    total_plays,</a:t>
            </a:r>
            <a:br/>
            <a:r>
              <a:t>    CASE</a:t>
            </a:r>
            <a:br/>
            <a:r>
              <a:t>        WHEN total_plays &gt;= 100 THEN 'Heavy'</a:t>
            </a:r>
            <a:br/>
            <a:r>
              <a:t>        WHEN total_plays &gt;= 50 THEN 'Regular'</a:t>
            </a:r>
            <a:br/>
            <a:r>
              <a:t>        ELSE 'Light'</a:t>
            </a:r>
            <a:br/>
            <a:r>
              <a:t>    END AS listener_type</a:t>
            </a:r>
            <a:br/>
            <a:r>
              <a:t>FROM user_plays</a:t>
            </a:r>
            <a:br/>
            <a:r>
              <a:t>ORDER BY total_plays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665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463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346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Heavy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96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Segments users by play volume into Heavy, Regular, and Light. Thresholds used here: Heavy ≥100, Regular ≥50, Light &lt;50.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Q18. Using CTEs, calculate total listening minutes for each user and return the top 10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user_listening AS (</a:t>
            </a:r>
            <a:br/>
            <a:r>
              <a:t>    SELECT</a:t>
            </a:r>
            <a:br/>
            <a:r>
              <a:t>        userId,</a:t>
            </a:r>
            <a:br/>
            <a:r>
              <a:t>        SUM(length) / 60 AS total_listening_minutes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userId</a:t>
            </a:r>
            <a:br/>
            <a:r>
              <a:t>)</a:t>
            </a:r>
            <a:br/>
            <a:r>
              <a:t>SELECT</a:t>
            </a:r>
            <a:br/>
            <a:r>
              <a:t>    userId,</a:t>
            </a:r>
            <a:br/>
            <a:r>
              <a:t>    total_listening_minutes</a:t>
            </a:r>
            <a:br/>
            <a:r>
              <a:t>FROM user_listening</a:t>
            </a:r>
            <a:br/>
            <a:r>
              <a:t>ORDER BY total_listening_minutes DESC</a:t>
            </a:r>
            <a:br/>
            <a:r>
              <a:t>LIMIT 10;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minutes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2,859.87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2,759.63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2,283.87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1,970.38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1,585.48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1,383.26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10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Ranks users by total listening minutes; identifies the most time-engaged audience members.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Q19. Using CTEs, calculate daily song plays and return days with above-average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daily_plays AS (</a:t>
            </a:r>
            <a:br/>
            <a:r>
              <a:t>    SELECT</a:t>
            </a:r>
            <a:br/>
            <a:r>
              <a:t>        DATE(FROM_UNIXTIME(ts / 1000)) AS play_date,</a:t>
            </a:r>
            <a:br/>
            <a:r>
              <a:t>        COUNT(*) AS total_plays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DATE(FROM_UNIXTIME(ts / 1000))</a:t>
            </a:r>
            <a:br/>
            <a:r>
              <a:t>),</a:t>
            </a:r>
            <a:br/>
            <a:r>
              <a:t>average_activity AS (</a:t>
            </a:r>
            <a:br/>
            <a:r>
              <a:t>    SELECT</a:t>
            </a:r>
            <a:br/>
            <a:r>
              <a:t>        AVG(total_plays) AS avg_daily_plays</a:t>
            </a:r>
            <a:br/>
            <a:r>
              <a:t>    FROM daily_plays</a:t>
            </a:r>
            <a:br/>
            <a:r>
              <a:t>)</a:t>
            </a:r>
            <a:br/>
            <a:r>
              <a:t>SELECT</a:t>
            </a:r>
            <a:br/>
            <a:r>
              <a:t>    d.play_date,</a:t>
            </a:r>
            <a:br/>
            <a:r>
              <a:t>    d.total_plays,</a:t>
            </a:r>
            <a:br/>
            <a:r>
              <a:t>    a.avg_daily_plays</a:t>
            </a:r>
            <a:br/>
            <a:r>
              <a:t>FROM daily_plays d</a:t>
            </a:r>
            <a:br/>
            <a:r>
              <a:t>CROSS JOIN average_activity a</a:t>
            </a:r>
            <a:br/>
            <a:r>
              <a:t>WHERE d.total_plays &gt; a.avg_daily_plays</a:t>
            </a:r>
            <a:br/>
            <a:r>
              <a:t>ORDER BY d.play_date;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date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avg_daily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2018-11-09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2018-11-13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2018-11-14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371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488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2018-11-16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227.33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14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Finds days above the average daily play level; highlights unusually active periods.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Q20. Using CTEs, calculate unique users, total plays and plays per user for each subscription level.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subscription_stats AS (</a:t>
            </a:r>
            <a:br/>
            <a:r>
              <a:t>    SELECT</a:t>
            </a:r>
            <a:br/>
            <a:r>
              <a:t>        level,</a:t>
            </a:r>
            <a:br/>
            <a:r>
              <a:t>        COUNT(DISTINCT userId) AS unique_users,</a:t>
            </a:r>
            <a:br/>
            <a:r>
              <a:t>        COUNT(*) AS total_plays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level</a:t>
            </a:r>
            <a:br/>
            <a:r>
              <a:t>)</a:t>
            </a:r>
            <a:br/>
            <a:r>
              <a:t>SELECT</a:t>
            </a:r>
            <a:br/>
            <a:r>
              <a:t>    level,</a:t>
            </a:r>
            <a:br/>
            <a:r>
              <a:t>    unique_users,</a:t>
            </a:r>
            <a:br/>
            <a:r>
              <a:t>    total_plays,</a:t>
            </a:r>
            <a:br/>
            <a:r>
              <a:t>    ROUND(</a:t>
            </a:r>
            <a:br/>
            <a:r>
              <a:t>        total_plays * 1.0 / unique_users,</a:t>
            </a:r>
            <a:br/>
            <a:r>
              <a:t>        2</a:t>
            </a:r>
            <a:br/>
            <a:r>
              <a:t>    ) AS plays_per_user</a:t>
            </a:r>
            <a:br/>
            <a:r>
              <a:t>FROM subscription_stats</a:t>
            </a:r>
            <a:br/>
            <a:r>
              <a:t>ORDER BY level;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5334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unique_users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plays_per_user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free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1,229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14.99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paid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5,591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254.14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2 of 2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Combines users, plays, and plays-per-user by tier; gives a compact subscription engagement comparison.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Q21. Using CTEs, calculate monthly song plays and find the month with the highest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monthly_plays AS (</a:t>
            </a:r>
            <a:br/>
            <a:r>
              <a:t>    SELECT</a:t>
            </a:r>
            <a:br/>
            <a:r>
              <a:t>        DATE_FORMAT(</a:t>
            </a:r>
            <a:br/>
            <a:r>
              <a:t>            FROM_UNIXTIME(ts / 1000),</a:t>
            </a:r>
            <a:br/>
            <a:r>
              <a:t>            '%Y-%m'</a:t>
            </a:r>
            <a:br/>
            <a:r>
              <a:t>        ) AS play_month,</a:t>
            </a:r>
            <a:br/>
            <a:r>
              <a:t>        COUNT(*) AS total_plays</a:t>
            </a:r>
            <a:br/>
            <a:r>
              <a:t>    FROM events</a:t>
            </a:r>
            <a:br/>
            <a:r>
              <a:t>    WHERE page = 'NextSong'</a:t>
            </a:r>
            <a:br/>
            <a:r>
              <a:t>    GROUP BY DATE_FORMAT(</a:t>
            </a:r>
            <a:br/>
            <a:r>
              <a:t>        FROM_UNIXTIME(ts / 1000),</a:t>
            </a:r>
            <a:br/>
            <a:r>
              <a:t>        '%Y-%m'</a:t>
            </a:r>
            <a:br/>
            <a:r>
              <a:t>    )</a:t>
            </a:r>
            <a:br/>
            <a:r>
              <a:t>),</a:t>
            </a:r>
            <a:br/>
            <a:r>
              <a:t>ranked AS (</a:t>
            </a:r>
            <a:br/>
            <a:r>
              <a:t>    SELECT</a:t>
            </a:r>
            <a:br/>
            <a:r>
              <a:t>        RANK() OVER (</a:t>
            </a:r>
            <a:br/>
            <a:r>
              <a:t>            ORDER BY total_plays DESC</a:t>
            </a:r>
            <a:br/>
            <a:r>
              <a:t>        ) AS month_rank</a:t>
            </a:r>
            <a:br/>
            <a:r>
              <a:t>    FROM monthly_plays</a:t>
            </a:r>
            <a:br/>
            <a:r>
              <a:t>)</a:t>
            </a:r>
            <a:br/>
            <a:r>
              <a:t>SELECT</a:t>
            </a:r>
            <a:br/>
            <a:r>
              <a:t>    play_month,</a:t>
            </a:r>
            <a:br/>
            <a:r>
              <a:t>    total_plays,</a:t>
            </a:r>
            <a:br/>
            <a:r>
              <a:t>    month_rank</a:t>
            </a:r>
            <a:br/>
            <a:r>
              <a:t>FROM ranked</a:t>
            </a:r>
            <a:br/>
            <a:r>
              <a:t>WHERE month_rank = 1;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2018-11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6,820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Finds the calendar month with the highest play activity; useful for identifying peak usage periods.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Q22. Using CTEs, calculate plays by song-release year and identify release years with above-average plays.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WITH yearly_plays AS (</a:t>
            </a:r>
            <a:br/>
            <a:r>
              <a:t>    SELECT</a:t>
            </a:r>
            <a:br/>
            <a:r>
              <a:t>        s.year,</a:t>
            </a:r>
            <a:br/>
            <a:r>
              <a:t>        COUNT(*) AS total_plays</a:t>
            </a:r>
            <a:br/>
            <a:r>
              <a:t>    FROM events e</a:t>
            </a:r>
            <a:br/>
            <a:r>
              <a:t>    JOIN songs s</a:t>
            </a:r>
            <a:br/>
            <a:r>
              <a:t>        ON e.artist = s.artist_name</a:t>
            </a:r>
            <a:br/>
            <a:r>
              <a:t>        AND e.song = s.title</a:t>
            </a:r>
            <a:br/>
            <a:r>
              <a:t>    WHERE e.page = 'NextSong'</a:t>
            </a:r>
            <a:br/>
            <a:r>
              <a:t>    GROUP BY s.year</a:t>
            </a:r>
            <a:br/>
            <a:r>
              <a:t>),</a:t>
            </a:r>
            <a:br/>
            <a:r>
              <a:t>average_plays AS (</a:t>
            </a:r>
            <a:br/>
            <a:r>
              <a:t>    SELECT</a:t>
            </a:r>
            <a:br/>
            <a:r>
              <a:t>        AVG(total_plays) AS avg_yearly_plays</a:t>
            </a:r>
            <a:br/>
            <a:r>
              <a:t>    FROM yearly_plays</a:t>
            </a:r>
            <a:br/>
            <a:r>
              <a:t>)</a:t>
            </a:r>
            <a:br/>
            <a:r>
              <a:t>SELECT</a:t>
            </a:r>
            <a:br/>
            <a:r>
              <a:t>    y.year,</a:t>
            </a:r>
            <a:br/>
            <a:r>
              <a:t>    y.total_plays,</a:t>
            </a:r>
            <a:br/>
            <a:r>
              <a:t>    a.avg_yearly_plays</a:t>
            </a:r>
            <a:br/>
            <a:r>
              <a:t>FROM yearly_plays y</a:t>
            </a:r>
            <a:br/>
            <a:r>
              <a:t>CROSS JOIN average_plays a</a:t>
            </a:r>
            <a:br/>
            <a:r>
              <a:t>WHERE y.total_plays &gt; a.avg_yearly_plays</a:t>
            </a:r>
            <a:br/>
            <a:r>
              <a:t>ORDER BY y.year;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1600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avg_yearly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0 of 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Identifies release years whose played volume is above the average year; shows stronger-performing release cohorts.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Q23. Find users whose total song plays are greater than the average number of plays per user using a subquery.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COUNT(*) AS total_plays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GROUP BY userId</a:t>
            </a:r>
            <a:br/>
            <a:r>
              <a:t>HAVING COUNT(*) &gt; (</a:t>
            </a:r>
            <a:br/>
            <a:r>
              <a:t>    SELECT AVG(user_plays)</a:t>
            </a:r>
            <a:br/>
            <a:r>
              <a:t>    FROM (</a:t>
            </a:r>
            <a:br/>
            <a:r>
              <a:t>        SELECT</a:t>
            </a:r>
            <a:br/>
            <a:r>
              <a:t>            userId,</a:t>
            </a:r>
            <a:br/>
            <a:r>
              <a:t>            COUNT(*) AS user_plays</a:t>
            </a:r>
            <a:br/>
            <a:r>
              <a:t>        FROM events</a:t>
            </a:r>
            <a:br/>
            <a:r>
              <a:t>        WHERE page = 'NextSong'</a:t>
            </a:r>
            <a:br/>
            <a:r>
              <a:t>        GROUP BY userId</a:t>
            </a:r>
            <a:br/>
            <a:r>
              <a:t>    ) AS x</a:t>
            </a:r>
            <a:br/>
            <a:r>
              <a:t>)</a:t>
            </a:r>
            <a:br/>
            <a:r>
              <a:t>ORDER BY total_plays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665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463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346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each user's play count with the average user; isolates high-volume listeners.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Q24. Find songs whose number of plays is greater than the average number of plays across all songs using a subquery.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e.song,</a:t>
            </a:r>
            <a:br/>
            <a:r>
              <a:t>    e.artist,</a:t>
            </a:r>
            <a:br/>
            <a:r>
              <a:t>    COUNT(*) AS total_plays</a:t>
            </a:r>
            <a:br/>
            <a:r>
              <a:t>FROM events e</a:t>
            </a:r>
            <a:br/>
            <a:r>
              <a:t>WHERE e.page = 'NextSong'</a:t>
            </a:r>
            <a:br/>
            <a:r>
              <a:t>GROUP BY e.song, e.artist</a:t>
            </a:r>
            <a:br/>
            <a:r>
              <a:t>HAVING COUNT(*) &gt; (</a:t>
            </a:r>
            <a:br/>
            <a:r>
              <a:t>    SELECT AVG(song_plays)</a:t>
            </a:r>
            <a:br/>
            <a:r>
              <a:t>    FROM (</a:t>
            </a:r>
            <a:br/>
            <a:r>
              <a:t>        SELECT</a:t>
            </a:r>
            <a:br/>
            <a:r>
              <a:t>            song,</a:t>
            </a:r>
            <a:br/>
            <a:r>
              <a:t>            artist,</a:t>
            </a:r>
            <a:br/>
            <a:r>
              <a:t>            COUNT(*) AS song_plays</a:t>
            </a:r>
            <a:br/>
            <a:r>
              <a:t>        FROM events</a:t>
            </a:r>
            <a:br/>
            <a:r>
              <a:t>        WHERE page = 'NextSong'</a:t>
            </a:r>
            <a:br/>
            <a:r>
              <a:t>        GROUP BY song, artist</a:t>
            </a:r>
            <a:br/>
            <a:r>
              <a:t>    ) AS x</a:t>
            </a:r>
            <a:br/>
            <a:r>
              <a:t>)</a:t>
            </a:r>
            <a:br/>
            <a:r>
              <a:t>ORDER BY total_plays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You're The One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Dwight Yoakam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Undo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BjÃÂ¶rk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Revelry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Kings Of Leon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Sehr kosmisch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Harmonia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Horn Concerto No. 4 in E flat K4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Barry Tuckwell/Academy of St Mar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Canada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Five Iron Frenzy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725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each played song with the average song play count; surfaces above-average performers.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Q25. Find the user with the highest total listening time using a subquery.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SUM(length) / 60 AS total_listening_minutes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GROUP BY userId</a:t>
            </a:r>
            <a:br/>
            <a:r>
              <a:t>HAVING SUM(length) = (</a:t>
            </a:r>
            <a:br/>
            <a:r>
              <a:t>    SELECT MAX(total_length)</a:t>
            </a:r>
            <a:br/>
            <a:r>
              <a:t>    FROM (</a:t>
            </a:r>
            <a:br/>
            <a:r>
              <a:t>        SELECT</a:t>
            </a:r>
            <a:br/>
            <a:r>
              <a:t>            userId,</a:t>
            </a:r>
            <a:br/>
            <a:r>
              <a:t>            SUM(length) AS total_length</a:t>
            </a:r>
            <a:br/>
            <a:r>
              <a:t>        FROM events</a:t>
            </a:r>
            <a:br/>
            <a:r>
              <a:t>        WHERE page = 'NextSong'</a:t>
            </a:r>
            <a:br/>
            <a:r>
              <a:t>        GROUP BY userId</a:t>
            </a:r>
            <a:br/>
            <a:r>
              <a:t>    ) AS x</a:t>
            </a:r>
            <a:br/>
            <a: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800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minutes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2,859.87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1 of 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Identifies the user with the maximum cumulative listening time; highlights the most time-engaged listener.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Q26. Find artists whose total number of plays is greater than the average artist play count using a subquery.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e.artist,</a:t>
            </a:r>
            <a:br/>
            <a:r>
              <a:t>    COUNT(*) AS total_plays</a:t>
            </a:r>
            <a:br/>
            <a:r>
              <a:t>FROM events e</a:t>
            </a:r>
            <a:br/>
            <a:r>
              <a:t>WHERE e.page = 'NextSong'</a:t>
            </a:r>
            <a:br/>
            <a:r>
              <a:t>GROUP BY e.artist</a:t>
            </a:r>
            <a:br/>
            <a:r>
              <a:t>HAVING COUNT(*) &gt; (</a:t>
            </a:r>
            <a:br/>
            <a:r>
              <a:t>    SELECT AVG(artist_plays)</a:t>
            </a:r>
            <a:br/>
            <a:r>
              <a:t>    FROM (</a:t>
            </a:r>
            <a:br/>
            <a:r>
              <a:t>        SELECT</a:t>
            </a:r>
            <a:br/>
            <a:r>
              <a:t>            artist,</a:t>
            </a:r>
            <a:br/>
            <a:r>
              <a:t>            COUNT(*) AS artist_plays</a:t>
            </a:r>
            <a:br/>
            <a:r>
              <a:t>        FROM events</a:t>
            </a:r>
            <a:br/>
            <a:r>
              <a:t>        WHERE page = 'NextSong'</a:t>
            </a:r>
            <a:br/>
            <a:r>
              <a:t>        GROUP BY artist</a:t>
            </a:r>
            <a:br/>
            <a:r>
              <a:t>    ) AS x</a:t>
            </a:r>
            <a:br/>
            <a:r>
              <a:t>)</a:t>
            </a:r>
            <a:br/>
            <a:r>
              <a:t>ORDER BY total_plays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plays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Coldplay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Kings Of Leon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Dwight Yoakam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The Black Keys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Muse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Jack Johnson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601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artist play totals with the average artist; surfaces stronger-than-average performers.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Q27. Find users who have listened to more distinct songs than the average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================================================================ */</a:t>
            </a:r>
            <a:br/>
            <a:r>
              <a:t>SELECT</a:t>
            </a:r>
            <a:br/>
            <a:r>
              <a:t>    userId,</a:t>
            </a:r>
            <a:br/>
            <a:r>
              <a:t>    COUNT(DISTINCT song) AS distinct_songs</a:t>
            </a:r>
            <a:br/>
            <a:r>
              <a:t>FROM events</a:t>
            </a:r>
            <a:br/>
            <a:r>
              <a:t>WHERE page = 'NextSong'</a:t>
            </a:r>
            <a:br/>
            <a:r>
              <a:t>GROUP BY userId</a:t>
            </a:r>
            <a:br/>
            <a:r>
              <a:t>HAVING COUNT(DISTINCT song) &gt; (</a:t>
            </a:r>
            <a:br/>
            <a:r>
              <a:t>    SELECT AVG(distinct_song_count)</a:t>
            </a:r>
            <a:br/>
            <a:r>
              <a:t>    FROM (</a:t>
            </a:r>
            <a:br/>
            <a:r>
              <a:t>        SELECT</a:t>
            </a:r>
            <a:br/>
            <a:r>
              <a:t>            userId,</a:t>
            </a:r>
            <a:br/>
            <a:r>
              <a:t>            COUNT(DISTINCT song) AS distinct_song_count</a:t>
            </a:r>
            <a:br/>
            <a:r>
              <a:t>        FROM events</a:t>
            </a:r>
            <a:br/>
            <a:r>
              <a:t>        WHERE page = 'NextSong'</a:t>
            </a:r>
            <a:br/>
            <a:r>
              <a:t>        GROUP BY userId</a:t>
            </a:r>
            <a:br/>
            <a:r>
              <a:t>    ) AS x</a:t>
            </a:r>
            <a:br/>
            <a:r>
              <a:t>)</a:t>
            </a:r>
            <a:br/>
            <a:r>
              <a:t>ORDER BY distinct_songs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</a:tblGrid>
              <a:tr h="228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distinct_songs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646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635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527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333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6 of 20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Compares each user's distinct-song variety with the average; identifies broader catalog explorers.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Q28. Find songs with a release year greater than the average release year that were actually played.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Query • actual dataset output preview • business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5074920"/>
          </a:xfrm>
          <a:prstGeom prst="roundRect">
            <a:avLst/>
          </a:prstGeom>
          <a:solidFill>
            <a:srgbClr val="1B212D"/>
          </a:solidFill>
          <a:ln>
            <a:solidFill>
              <a:srgbClr val="1B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539496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E8EEF6"/>
                </a:solidFill>
                <a:latin typeface="Consolas"/>
              </a:defRPr>
            </a:pPr>
            <a:r>
              <a:t>that were actually played</a:t>
            </a:r>
            <a:br/>
            <a:r>
              <a:t>   ================================================================ */</a:t>
            </a:r>
            <a:br/>
            <a:r>
              <a:t>SELECT DISTINCT</a:t>
            </a:r>
            <a:br/>
            <a:r>
              <a:t>    s.title,</a:t>
            </a:r>
            <a:br/>
            <a:r>
              <a:t>    s.artist_name,</a:t>
            </a:r>
            <a:br/>
            <a:r>
              <a:t>    s.year</a:t>
            </a:r>
            <a:br/>
            <a:r>
              <a:t>FROM events e</a:t>
            </a:r>
            <a:br/>
            <a:r>
              <a:t>JOIN songs s</a:t>
            </a:r>
            <a:br/>
            <a:r>
              <a:t>    ON e.artist = s.artist_name</a:t>
            </a:r>
            <a:br/>
            <a:r>
              <a:t>    AND e.song = s.title</a:t>
            </a:r>
            <a:br/>
            <a:r>
              <a:t>WHERE e.page = 'NextSong'</a:t>
            </a:r>
            <a:br/>
            <a:r>
              <a:t>  AND s.year &gt; (</a:t>
            </a:r>
            <a:br/>
            <a:r>
              <a:t>      SELECT AVG(year)</a:t>
            </a:r>
            <a:br/>
            <a:r>
              <a:t>      FROM songs</a:t>
            </a:r>
            <a:br/>
            <a:r>
              <a:t>      WHERE year &gt; 0</a:t>
            </a:r>
            <a:br/>
            <a:r>
              <a:t>  )</a:t>
            </a:r>
            <a:br/>
            <a:r>
              <a:t>ORDER BY s.year DESC;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34440"/>
            <a:ext cx="5349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898C"/>
                </a:solidFill>
                <a:latin typeface="Aptos"/>
              </a:defRPr>
            </a:pPr>
            <a:r>
              <a:t>Output Preview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65392" y="1810512"/>
          <a:ext cx="48920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</a:tblGrid>
              <a:tr h="1600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song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artist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4223A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36576" marR="36576" anchor="ctr">
                    <a:solidFill>
                      <a:srgbClr val="E2E8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65392" y="34564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C6777"/>
                </a:solidFill>
                <a:latin typeface="Aptos"/>
              </a:defRPr>
            </a:pPr>
            <a:r>
              <a:t>Showing 0 of 0 result 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67328"/>
            <a:ext cx="534924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05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66DA"/>
                </a:solidFill>
                <a:latin typeface="Aptos"/>
              </a:defRPr>
            </a:pPr>
            <a:r>
              <a:t>Business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462272"/>
            <a:ext cx="4709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14223A"/>
                </a:solidFill>
                <a:latin typeface="Aptos"/>
              </a:defRPr>
            </a:pPr>
            <a:r>
              <a:t>Filters played songs released after the average valid release year; highlights relatively newer content that received engagement.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6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23A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5C6777"/>
                </a:solidFill>
                <a:latin typeface="Aptos"/>
              </a:defRPr>
            </a:pPr>
            <a:r>
              <a:t>Headline findings from the 28-query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270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898C"/>
                </a:solidFill>
                <a:latin typeface="Aptos"/>
              </a:defRPr>
            </a:pPr>
            <a:r>
              <a:t>Top Artist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23A"/>
                </a:solidFill>
                <a:latin typeface="Aptos"/>
              </a:defRPr>
            </a:pPr>
            <a:r>
              <a:t>Elena • 1 plays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270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898C"/>
                </a:solidFill>
                <a:latin typeface="Aptos"/>
              </a:defRPr>
            </a:pPr>
            <a:r>
              <a:t>Top Song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9280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23A"/>
                </a:solidFill>
                <a:latin typeface="Aptos"/>
              </a:defRPr>
            </a:pPr>
            <a:r>
              <a:t>Setanta matins • 1 plays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898C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23A"/>
                </a:solidFill>
                <a:latin typeface="Aptos"/>
              </a:defRPr>
            </a:pPr>
            <a:r>
              <a:t>2018-11 • 6,820 plays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7180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72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898C"/>
                </a:solidFill>
                <a:latin typeface="Aptos"/>
              </a:defRPr>
            </a:pPr>
            <a:r>
              <a:t>Top Listener by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38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23A"/>
                </a:solidFill>
                <a:latin typeface="Aptos"/>
              </a:defRPr>
            </a:pPr>
            <a:r>
              <a:t>User 49 • 2,859.9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744200" cy="1005840"/>
          </a:xfrm>
          <a:prstGeom prst="roundRect">
            <a:avLst/>
          </a:prstGeom>
          <a:solidFill>
            <a:srgbClr val="EEF5FF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66D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0566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4223A"/>
                </a:solidFill>
                <a:latin typeface="Aptos"/>
              </a:defRPr>
            </a:pPr>
            <a:r>
              <a:t>The project demonstrates how SQL can connect content performance, user engagement, subscription behavior and time trends into actionable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